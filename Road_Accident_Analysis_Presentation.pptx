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6D6C4"/>
                </a:solidFill>
                <a:latin typeface="Aptos"/>
              </a:defRPr>
            </a:pPr>
            <a:r>
              <a:t>DATA ANALYTICS ·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B"/>
                </a:solidFill>
                <a:latin typeface="Aptos"/>
              </a:defRPr>
            </a:pPr>
            <a:r>
              <a:t>ROAD ACCIDENT</a:t>
            </a:r>
            <a:br/>
            <a:r>
              <a:t>ANALYSIS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ABB9CD"/>
                </a:solidFill>
                <a:latin typeface="Aptos"/>
              </a:defRPr>
            </a:pPr>
            <a:r>
              <a:t>Python · R · Power BI · Interactive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60520"/>
            <a:ext cx="2011680" cy="73152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7FB"/>
                </a:solidFill>
                <a:latin typeface="Aptos"/>
              </a:defRPr>
            </a:pPr>
            <a:r>
              <a:t>Presented by: ____________________</a:t>
            </a:r>
            <a:br/>
            <a:r>
              <a:t>Enrollment No.: ____________________  |  Branch: 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BB9CD"/>
                </a:solidFill>
                <a:latin typeface="Aptos"/>
              </a:defRPr>
            </a:pPr>
            <a:r>
              <a:t>Dataset: MoRTH state-wise reported road accidents, 2020–2024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Road accidents are a major public-safety and transport-planning concern.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Data analytics helps summarize accident patterns across states and years.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This project focuses on reported accident counts from 2020 to 2024.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The goal is to communicate evidence clearly—not to claim that counts alone explain causes.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Problem: large tables of road accident counts are difficult to compare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Compare reported accidents across States and Union Territories.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Study the national trend from 2020 through 2024.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Build a filterable website dashboard and a Power BI-ready data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Demonstrate an exploratory time-series forecast in R, with limitations clearly stated.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Dataset &amp;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State/UT-wise road accident counts for 2020–2024.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National totals reported in the source table: 372,181 (2020), 412,432 (2021), 461,312 (2022), 480,583 (2023), 487,705 (2024).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Source: PRS India, Road Transport and Highways brief, Table 15, citing MoRTH's Road Accidents in India.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Missing entries remain missing; the project does not treat them as zero.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CA78"/>
                </a:solidFill>
                <a:latin typeface="Aptos"/>
              </a:defRPr>
            </a:pPr>
            <a:r>
              <a:t>Source URL: prsindia.org/budgets/parliament/demand-for-grants-2026-27-analysis-road-transport-and-highways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Tools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Python / pandas: data cleaning, reshaping and summary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R / forecast package: exploratory annual forecast demonstration.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Power BI: interactive report with year and state slicers.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HTML, CSS and JavaScript: dashboard interface; Flask serves the data through an API.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CSV files connect the analysis, website and Power BI.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National Trend: 2020–2024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6D6C4"/>
                </a:solidFill>
                <a:latin typeface="Aptos"/>
              </a:defRPr>
            </a:pPr>
            <a:r>
              <a:t>National reported accidents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BB9CD"/>
                </a:solidFill>
                <a:latin typeface="Aptos"/>
              </a:defRPr>
            </a:pPr>
            <a:r>
              <a:t>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2240280"/>
            <a:ext cx="4605503" cy="256032"/>
          </a:xfrm>
          <a:prstGeom prst="roundRect">
            <a:avLst/>
          </a:prstGeom>
          <a:solidFill>
            <a:srgbClr val="56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8583" y="22037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7FB"/>
                </a:solidFill>
                <a:latin typeface="Aptos"/>
              </a:defRPr>
            </a:pPr>
            <a:r>
              <a:t>372,181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BB9CD"/>
                </a:solidFill>
                <a:latin typeface="Aptos"/>
              </a:defRPr>
            </a:pPr>
            <a:r>
              <a:t>2021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2898648"/>
            <a:ext cx="5103584" cy="256032"/>
          </a:xfrm>
          <a:prstGeom prst="roundRect">
            <a:avLst/>
          </a:prstGeom>
          <a:solidFill>
            <a:srgbClr val="56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6664" y="2862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7FB"/>
                </a:solidFill>
                <a:latin typeface="Aptos"/>
              </a:defRPr>
            </a:pPr>
            <a:r>
              <a:t>412,432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38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BB9CD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3557016"/>
            <a:ext cx="5708443" cy="256032"/>
          </a:xfrm>
          <a:prstGeom prst="roundRect">
            <a:avLst/>
          </a:prstGeom>
          <a:solidFill>
            <a:srgbClr val="56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1523" y="3520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7FB"/>
                </a:solidFill>
                <a:latin typeface="Aptos"/>
              </a:defRPr>
            </a:pPr>
            <a:r>
              <a:t>461,312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970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BB9CD"/>
                </a:solidFill>
                <a:latin typeface="Aptos"/>
              </a:defRPr>
            </a:pPr>
            <a:r>
              <a:t>2023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4215384"/>
            <a:ext cx="5946909" cy="256032"/>
          </a:xfrm>
          <a:prstGeom prst="roundRect">
            <a:avLst/>
          </a:prstGeom>
          <a:solidFill>
            <a:srgbClr val="56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9989" y="4178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7FB"/>
                </a:solidFill>
                <a:latin typeface="Aptos"/>
              </a:defRPr>
            </a:pPr>
            <a:r>
              <a:t>480,583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554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BB9CD"/>
                </a:solidFill>
                <a:latin typeface="Aptos"/>
              </a:defRPr>
            </a:pPr>
            <a:r>
              <a:t>2024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4873752"/>
            <a:ext cx="6035040" cy="25603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48371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7FB"/>
                </a:solidFill>
                <a:latin typeface="Aptos"/>
              </a:defRPr>
            </a:pPr>
            <a:r>
              <a:t>487,705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488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CA78"/>
                </a:solidFill>
                <a:latin typeface="Aptos"/>
              </a:defRPr>
            </a:pPr>
            <a:r>
              <a:t>+31.0%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34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7FB"/>
                </a:solidFill>
                <a:latin typeface="Aptos"/>
              </a:defRPr>
            </a:pPr>
            <a:r>
              <a:t>Change in national reported accident count from 2020 to 2024.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BB9CD"/>
                </a:solidFill>
                <a:latin typeface="Aptos"/>
              </a:defRPr>
            </a:pPr>
            <a:r>
              <a:t>Caution: 2020 may reflect pandemic-era mobility restrictions.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State Comparison: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Tamil Nadu recorded the highest state/UT count in 2024: 67,526.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Uttar Pradesh recorded 46,052; Karnataka 43,062; Maharashtra 36,118.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Counts show volume, not per-capita or per-vehicle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Prioritize deeper investigation with traffic exposure, road length and population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Five-Year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Several large states show increases between 2020 and 2024; patterns differ by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National totals rise each year in the supplied series.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Some state counts fall in 2024 compared with 2023, while others rise.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State-level trends are descriptive; they do not establish why counts changed.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Python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Loaded state-wise CSV and converted year columns to a long-format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Prepared state-year data for trend charts and Power BI.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Prepared national trend and 2024 state ranking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Kept missing values as null/NA rather than converting them to zero.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Code: python/analysis.py; data: data/state_accidents_2020_2024.csv.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Website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RoadSafe India dashboard runs locally through a Python Flask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Year filter updates national totals, ranking and state trends.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Cards show national count, top state/UT, change from 2020 and data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Insights and source notes are displayed with the charts.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Run: install requirements, then `python python/app.py`; open http://127.0.0.1:5000.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Power BI Dashboard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Import state_accidents_2020_2024.csv and national_accidents_2020_2024.csv.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Unpivot year columns into State/UT, Year and Accidents.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Use a line chart for national trend and a bar chart for 2024 state ranking.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Add Year and State/UT slicers, plus KPI cards for national totals.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Power BI build instructions are included in powerbi/README.md.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R Forecasting: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R script uses the forecast package and an ETS model on annual national totals.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Forecast horizon: 2025–2026 with an 80% prediction interval.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Only five annual observations are available; the forecast is exploratory and highly uncertain.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Do not present the output as a dependable prediction or use it for policy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Code: r/forecast.R; output: output_forecast.csv.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National reported accident totals increased from 372,181 in 2020 to 487,705 in 2024.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Tamil Nadu has the largest 2024 state/UT count in this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State rankings vary by year; a single-year ranking is not a full safety assessment.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Accident count alone cannot explain causes, severity or risk without exposure and contextual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Use state-wise trends to identify where further local road-safety assessment is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Combine accident counts with population, vehicle registrations, traffic volume and road length.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Investigate high-risk corridors using crash location, time, vehicle and severity datasets.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Support enforcement, safer road design, speed management, helmet/seat-belt use and rapid emergency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Revisit conclusions when updated and more granular data become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Validation, Limitations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Check national totals against the source table before presenting.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Missing state-year data (e.g., Ladakh 2020) is not assumed to be 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Current dataset lacks month/hour, causes, fatalities and injuries by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Five annual observations are insufficient for a robust forecast; monthly/quarterly history would be preferable.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Future scope: add fatalities/injuries, violation types, road-user groups, maps and exposure-adjusted rates.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6D6C4"/>
                </a:solidFill>
                <a:latin typeface="Aptos"/>
              </a:defRPr>
            </a:pPr>
            <a:r>
              <a:t>ROADSAFE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7FB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22860"/>
          </a:xfrm>
          <a:prstGeom prst="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BB9CD"/>
                </a:solidFill>
                <a:latin typeface="Aptos"/>
              </a:defRPr>
            </a:pPr>
            <a:r>
              <a:t>ROAD ACCIDENT ANALYSIS IN INDIA  | 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BB9C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Python, R, Power BI and a website can form one connected analytics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3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The dashboard makes state and national accident trends easier to explore.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36975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Findings are descriptive and should be interpreted with the dataset's limitations.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41648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1421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Primary source: MoRTH, Road Accidents in India; table reproduced in PRS India transport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18872" cy="118872"/>
          </a:xfrm>
          <a:prstGeom prst="roundRect">
            <a:avLst/>
          </a:prstGeom>
          <a:solidFill>
            <a:srgbClr val="FF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7FB"/>
                </a:solidFill>
                <a:latin typeface="Aptos"/>
              </a:defRPr>
            </a:pPr>
            <a:r>
              <a:t>Data collection: data.opencity.in/dataset/road-accidents-in-india-2024.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CA78"/>
                </a:solidFill>
                <a:latin typeface="Aptos"/>
              </a:defRPr>
            </a:pPr>
            <a:r>
              <a:t>PRS source: https://prsindia.org/budgets/parliament/demand-for-grants-2026-27-analysis-road-transport-and-highways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